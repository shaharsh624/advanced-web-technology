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3" r:id="rId7"/>
    <p:sldId id="260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91" d="100"/>
          <a:sy n="91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19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4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8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02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38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3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2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84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0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6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0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B16CE-2822-4BF6-BAC2-6F2A57975ED9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1A34A-221A-499C-AD31-0A367F47C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8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Practical file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Komal Singh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2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Getting </a:t>
            </a:r>
            <a:r>
              <a:rPr lang="en-US" dirty="0"/>
              <a:t>Node installed on your system couldn’t be easier. The Node team has gone to great lengths to make sure the installation process is simple and straightforward on all major platforms.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installation is so simple, as a matter of fact, that it can be summed up in three simple steps: </a:t>
            </a:r>
            <a:endParaRPr lang="en-US" dirty="0" smtClean="0"/>
          </a:p>
          <a:p>
            <a:r>
              <a:rPr lang="en-US" dirty="0" smtClean="0"/>
              <a:t>1</a:t>
            </a:r>
            <a:r>
              <a:rPr lang="en-US" dirty="0"/>
              <a:t>. Go to the Node home page.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Click the big green button that says INSTALL</a:t>
            </a:r>
            <a:r>
              <a:rPr lang="en-US" dirty="0" smtClean="0"/>
              <a:t>.</a:t>
            </a:r>
          </a:p>
          <a:p>
            <a:r>
              <a:rPr lang="en-US" dirty="0" smtClean="0"/>
              <a:t>3. Follow </a:t>
            </a:r>
            <a:r>
              <a:rPr lang="en-US" dirty="0"/>
              <a:t>instructions.</a:t>
            </a:r>
          </a:p>
        </p:txBody>
      </p:sp>
    </p:spTree>
    <p:extLst>
      <p:ext uri="{BB962C8B-B14F-4D97-AF65-F5344CB8AC3E}">
        <p14:creationId xmlns:p14="http://schemas.microsoft.com/office/powerpoint/2010/main" val="32599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15614"/>
            <a:ext cx="10515600" cy="1492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Practical 1: </a:t>
            </a:r>
            <a:r>
              <a:rPr lang="en-GB" dirty="0"/>
              <a:t>Building a Simple Web Server in Node.js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/ </a:t>
            </a:r>
            <a:r>
              <a:rPr lang="en-US" dirty="0" smtClean="0"/>
              <a:t>/Importing </a:t>
            </a:r>
            <a:r>
              <a:rPr lang="en-US" dirty="0"/>
              <a:t>the http module </a:t>
            </a:r>
          </a:p>
          <a:p>
            <a:r>
              <a:rPr lang="en-US" dirty="0" err="1"/>
              <a:t>const</a:t>
            </a:r>
            <a:r>
              <a:rPr lang="en-US" dirty="0"/>
              <a:t> http = require("http") 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// Creating server </a:t>
            </a:r>
          </a:p>
          <a:p>
            <a:r>
              <a:rPr lang="en-US" dirty="0" err="1"/>
              <a:t>const</a:t>
            </a:r>
            <a:r>
              <a:rPr lang="en-US" dirty="0"/>
              <a:t> server = </a:t>
            </a:r>
            <a:r>
              <a:rPr lang="en-US" dirty="0" err="1"/>
              <a:t>http.createServer</a:t>
            </a:r>
            <a:r>
              <a:rPr lang="en-US" dirty="0"/>
              <a:t>((</a:t>
            </a:r>
            <a:r>
              <a:rPr lang="en-US" dirty="0" err="1"/>
              <a:t>req</a:t>
            </a:r>
            <a:r>
              <a:rPr lang="en-US" dirty="0"/>
              <a:t>, res) =&gt; { </a:t>
            </a:r>
          </a:p>
          <a:p>
            <a:r>
              <a:rPr lang="en-US" dirty="0"/>
              <a:t>    // Sending the response </a:t>
            </a:r>
          </a:p>
          <a:p>
            <a:r>
              <a:rPr lang="en-US" dirty="0"/>
              <a:t>    </a:t>
            </a:r>
            <a:r>
              <a:rPr lang="en-US" dirty="0" err="1"/>
              <a:t>res.write</a:t>
            </a:r>
            <a:r>
              <a:rPr lang="en-US" dirty="0"/>
              <a:t>("This is the response from the server") </a:t>
            </a:r>
          </a:p>
          <a:p>
            <a:r>
              <a:rPr lang="en-US" dirty="0"/>
              <a:t>    </a:t>
            </a:r>
            <a:r>
              <a:rPr lang="en-US" dirty="0" err="1"/>
              <a:t>res.end</a:t>
            </a:r>
            <a:r>
              <a:rPr lang="en-US" dirty="0"/>
              <a:t>(); </a:t>
            </a:r>
          </a:p>
          <a:p>
            <a:r>
              <a:rPr lang="en-US" dirty="0"/>
              <a:t>}) 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// Server listening to port 3000 </a:t>
            </a:r>
          </a:p>
          <a:p>
            <a:r>
              <a:rPr lang="en-US" dirty="0" err="1"/>
              <a:t>server.listen</a:t>
            </a:r>
            <a:r>
              <a:rPr lang="en-US" dirty="0"/>
              <a:t>((3001), () =&gt; { </a:t>
            </a:r>
          </a:p>
          <a:p>
            <a:r>
              <a:rPr lang="en-US" dirty="0"/>
              <a:t>    console.log("Server is Running"); </a:t>
            </a:r>
          </a:p>
          <a:p>
            <a:r>
              <a:rPr lang="en-US" dirty="0"/>
              <a:t>})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2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077" y="1944415"/>
            <a:ext cx="9748067" cy="8198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72" y="3461243"/>
            <a:ext cx="9827172" cy="147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22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Practical 2:Enhancing </a:t>
            </a:r>
            <a:r>
              <a:rPr lang="en-GB" dirty="0"/>
              <a:t>the Web Server with Express.js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785303"/>
            <a:ext cx="904152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Importing express module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express = require(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"express"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express()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Handling GET / request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app.use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res, next) =&gt; {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res.send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"This is the express server"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Handling GET /hello request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app.get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"/hello"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res, next) =&gt; {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res.send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"This is the hello response"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 Server setup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app.listen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(3000, () =&gt; {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"Server is Running"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5947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9702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6952"/>
            <a:ext cx="10515600" cy="572813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// Importing the http module </a:t>
            </a:r>
          </a:p>
          <a:p>
            <a:r>
              <a:rPr lang="en-US" dirty="0" err="1"/>
              <a:t>const</a:t>
            </a:r>
            <a:r>
              <a:rPr lang="en-US" dirty="0"/>
              <a:t> http = require("http") </a:t>
            </a:r>
          </a:p>
          <a:p>
            <a:r>
              <a:rPr lang="en-US" dirty="0" err="1"/>
              <a:t>const</a:t>
            </a:r>
            <a:r>
              <a:rPr lang="en-US" dirty="0"/>
              <a:t> fs = require("fs")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// Creating server </a:t>
            </a:r>
          </a:p>
          <a:p>
            <a:r>
              <a:rPr lang="en-US" dirty="0" err="1"/>
              <a:t>const</a:t>
            </a:r>
            <a:r>
              <a:rPr lang="en-US" dirty="0"/>
              <a:t> server = </a:t>
            </a:r>
            <a:r>
              <a:rPr lang="en-US" dirty="0" err="1"/>
              <a:t>http.createServer</a:t>
            </a:r>
            <a:r>
              <a:rPr lang="en-US" dirty="0"/>
              <a:t>((</a:t>
            </a:r>
            <a:r>
              <a:rPr lang="en-US" dirty="0" err="1"/>
              <a:t>req</a:t>
            </a:r>
            <a:r>
              <a:rPr lang="en-US" dirty="0"/>
              <a:t>, res) =&gt; { </a:t>
            </a:r>
          </a:p>
          <a:p>
            <a:r>
              <a:rPr lang="en-US" dirty="0"/>
              <a:t>    </a:t>
            </a:r>
            <a:r>
              <a:rPr lang="en-US" dirty="0" err="1"/>
              <a:t>const</a:t>
            </a:r>
            <a:r>
              <a:rPr lang="en-US" dirty="0"/>
              <a:t> log ='${</a:t>
            </a:r>
            <a:r>
              <a:rPr lang="en-US" dirty="0" err="1"/>
              <a:t>Date.now</a:t>
            </a:r>
            <a:r>
              <a:rPr lang="en-US" dirty="0"/>
              <a:t>()}: new </a:t>
            </a:r>
            <a:r>
              <a:rPr lang="en-US" dirty="0" err="1"/>
              <a:t>req</a:t>
            </a:r>
            <a:r>
              <a:rPr lang="en-US" dirty="0"/>
              <a:t> received\n';</a:t>
            </a:r>
          </a:p>
          <a:p>
            <a:r>
              <a:rPr lang="en-US" dirty="0"/>
              <a:t>    </a:t>
            </a:r>
            <a:r>
              <a:rPr lang="en-US" dirty="0" err="1"/>
              <a:t>fs.appendFile</a:t>
            </a:r>
            <a:r>
              <a:rPr lang="en-US" dirty="0"/>
              <a:t>("</a:t>
            </a:r>
            <a:r>
              <a:rPr lang="en-US" dirty="0" err="1"/>
              <a:t>log.txt",log</a:t>
            </a:r>
            <a:r>
              <a:rPr lang="en-US" dirty="0"/>
              <a:t>,(</a:t>
            </a:r>
            <a:r>
              <a:rPr lang="en-US" dirty="0" err="1"/>
              <a:t>err,data</a:t>
            </a:r>
            <a:r>
              <a:rPr lang="en-US" dirty="0"/>
              <a:t>) =&gt; {</a:t>
            </a:r>
          </a:p>
          <a:p>
            <a:r>
              <a:rPr lang="en-US" dirty="0"/>
              <a:t>    </a:t>
            </a:r>
            <a:r>
              <a:rPr lang="en-US" dirty="0" err="1"/>
              <a:t>res.end</a:t>
            </a:r>
            <a:r>
              <a:rPr lang="en-US" dirty="0"/>
              <a:t>("hello from server </a:t>
            </a:r>
            <a:r>
              <a:rPr lang="en-US" dirty="0" err="1"/>
              <a:t>agin</a:t>
            </a:r>
            <a:r>
              <a:rPr lang="en-US" dirty="0"/>
              <a:t>");</a:t>
            </a:r>
          </a:p>
          <a:p>
            <a:r>
              <a:rPr lang="en-US" dirty="0"/>
              <a:t>    });</a:t>
            </a:r>
          </a:p>
          <a:p>
            <a:r>
              <a:rPr lang="en-US" dirty="0"/>
              <a:t>});</a:t>
            </a:r>
          </a:p>
          <a:p>
            <a:r>
              <a:rPr lang="en-US" dirty="0"/>
              <a:t>// Server listening to </a:t>
            </a:r>
            <a:r>
              <a:rPr lang="en-US"/>
              <a:t>port </a:t>
            </a:r>
            <a:r>
              <a:rPr lang="en-US" smtClean="0"/>
              <a:t>3008</a:t>
            </a:r>
            <a:endParaRPr lang="en-US" dirty="0"/>
          </a:p>
          <a:p>
            <a:r>
              <a:rPr lang="en-US" dirty="0" err="1"/>
              <a:t>server.listen</a:t>
            </a:r>
            <a:r>
              <a:rPr lang="en-US" dirty="0"/>
              <a:t>((3008), () =&gt; { </a:t>
            </a:r>
          </a:p>
          <a:p>
            <a:r>
              <a:rPr lang="en-US" dirty="0"/>
              <a:t>    console.log("Server is Running"); </a:t>
            </a:r>
          </a:p>
          <a:p>
            <a:r>
              <a:rPr lang="en-US" dirty="0"/>
              <a:t>})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236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1:</a:t>
            </a:r>
            <a:r>
              <a:rPr lang="en-US" dirty="0"/>
              <a:t> </a:t>
            </a:r>
            <a:r>
              <a:rPr lang="en-US" b="1" dirty="0"/>
              <a:t>Create a Project Folder</a:t>
            </a:r>
            <a:r>
              <a:rPr lang="en-US" dirty="0"/>
              <a:t>: Give it a name that sparks your creativity</a:t>
            </a:r>
            <a:r>
              <a:rPr lang="en-US" dirty="0" smtClean="0"/>
              <a:t>.</a:t>
            </a:r>
          </a:p>
          <a:p>
            <a:r>
              <a:rPr lang="en-US" dirty="0"/>
              <a:t>Initialize a Node.js Project: Navigate to your project folder in the terminal and run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err="1">
                <a:solidFill>
                  <a:srgbClr val="C00000"/>
                </a:solidFill>
              </a:rPr>
              <a:t>npm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init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3: Follow the prompts to set up your </a:t>
            </a:r>
            <a:r>
              <a:rPr lang="en-US" dirty="0" err="1"/>
              <a:t>package.json</a:t>
            </a:r>
            <a:r>
              <a:rPr lang="en-US" dirty="0"/>
              <a:t>. </a:t>
            </a:r>
          </a:p>
          <a:p>
            <a:r>
              <a:rPr lang="en-US" dirty="0"/>
              <a:t>4: Install Express.js: In your terminal, type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err="1">
                <a:solidFill>
                  <a:srgbClr val="C00000"/>
                </a:solidFill>
              </a:rPr>
              <a:t>npm</a:t>
            </a:r>
            <a:r>
              <a:rPr lang="en-US" dirty="0">
                <a:solidFill>
                  <a:srgbClr val="C00000"/>
                </a:solidFill>
              </a:rPr>
              <a:t> install express</a:t>
            </a:r>
          </a:p>
        </p:txBody>
      </p:sp>
    </p:spTree>
    <p:extLst>
      <p:ext uri="{BB962C8B-B14F-4D97-AF65-F5344CB8AC3E}">
        <p14:creationId xmlns:p14="http://schemas.microsoft.com/office/powerpoint/2010/main" val="178144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the Server 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1: Import Express.js: In your JavaScript file, import Express.js like a pro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express = require('express</a:t>
            </a:r>
            <a:r>
              <a:rPr lang="en-US" dirty="0" smtClean="0"/>
              <a:t>');</a:t>
            </a:r>
          </a:p>
          <a:p>
            <a:r>
              <a:rPr lang="en-US" dirty="0"/>
              <a:t>2: Create an Express Application Object: Kickstart your server by initializing an Express application object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err="1"/>
              <a:t>const</a:t>
            </a:r>
            <a:r>
              <a:rPr lang="en-US" dirty="0"/>
              <a:t> app = express</a:t>
            </a:r>
            <a:r>
              <a:rPr lang="en-US" dirty="0" smtClean="0"/>
              <a:t>();</a:t>
            </a:r>
          </a:p>
          <a:p>
            <a:r>
              <a:rPr lang="en-US" dirty="0"/>
              <a:t>3: Define a Route: Start simple. Define a route for the root URL (“/”) and send a personalized “Hello, [Your Name]!” greeting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err="1"/>
              <a:t>app.get</a:t>
            </a:r>
            <a:r>
              <a:rPr lang="en-US" dirty="0"/>
              <a:t>('/', (</a:t>
            </a:r>
            <a:r>
              <a:rPr lang="en-US" dirty="0" err="1"/>
              <a:t>req</a:t>
            </a:r>
            <a:r>
              <a:rPr lang="en-US" dirty="0"/>
              <a:t>, res) =&gt; {</a:t>
            </a:r>
          </a:p>
          <a:p>
            <a:r>
              <a:rPr lang="en-US" dirty="0"/>
              <a:t>  </a:t>
            </a:r>
            <a:r>
              <a:rPr lang="en-US" dirty="0" err="1"/>
              <a:t>res.send</a:t>
            </a:r>
            <a:r>
              <a:rPr lang="en-US" dirty="0"/>
              <a:t>(`Hello, [Your Name]!`);</a:t>
            </a:r>
          </a:p>
          <a:p>
            <a:r>
              <a:rPr lang="en-US" dirty="0"/>
              <a:t>});</a:t>
            </a:r>
          </a:p>
          <a:p>
            <a:r>
              <a:rPr lang="en-US" dirty="0"/>
              <a:t>Swap [Your Name] for your actual name (or a nickname)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9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5FC3DF80551D4D9F8E413F254B0D4B" ma:contentTypeVersion="4" ma:contentTypeDescription="Create a new document." ma:contentTypeScope="" ma:versionID="040c145f0cb084f9992bf7d4c821881f">
  <xsd:schema xmlns:xsd="http://www.w3.org/2001/XMLSchema" xmlns:xs="http://www.w3.org/2001/XMLSchema" xmlns:p="http://schemas.microsoft.com/office/2006/metadata/properties" xmlns:ns2="01ede30a-008b-46f4-85cb-faf7f3c0b834" targetNamespace="http://schemas.microsoft.com/office/2006/metadata/properties" ma:root="true" ma:fieldsID="ee9d8785bb40b2bae8860d9243f13543" ns2:_="">
    <xsd:import namespace="01ede30a-008b-46f4-85cb-faf7f3c0b8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de30a-008b-46f4-85cb-faf7f3c0b8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057368-C115-4DE4-86BB-CD478150C3A1}"/>
</file>

<file path=customXml/itemProps2.xml><?xml version="1.0" encoding="utf-8"?>
<ds:datastoreItem xmlns:ds="http://schemas.openxmlformats.org/officeDocument/2006/customXml" ds:itemID="{B938C0F5-02F9-49DD-B253-01918EB84ED9}"/>
</file>

<file path=customXml/itemProps3.xml><?xml version="1.0" encoding="utf-8"?>
<ds:datastoreItem xmlns:ds="http://schemas.openxmlformats.org/officeDocument/2006/customXml" ds:itemID="{305C879F-09FC-470E-B514-F36683753C9D}"/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258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Office Theme</vt:lpstr>
      <vt:lpstr>Practical file</vt:lpstr>
      <vt:lpstr>Getting Node</vt:lpstr>
      <vt:lpstr>  Practical 1: Building a Simple Web Server in Node.js </vt:lpstr>
      <vt:lpstr>output</vt:lpstr>
      <vt:lpstr>Practical 2:Enhancing the Web Server with Express.js </vt:lpstr>
      <vt:lpstr>PowerPoint Presentation</vt:lpstr>
      <vt:lpstr>PowerPoint Presentation</vt:lpstr>
      <vt:lpstr>Creating the Server 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Practicals</dc:title>
  <dc:creator>Komal S</dc:creator>
  <cp:lastModifiedBy>Komal S</cp:lastModifiedBy>
  <cp:revision>10</cp:revision>
  <dcterms:created xsi:type="dcterms:W3CDTF">2024-01-02T08:37:55Z</dcterms:created>
  <dcterms:modified xsi:type="dcterms:W3CDTF">2024-01-03T13:26:44Z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0x010100F35FC3DF80551D4D9F8E413F254B0D4B</vt:lpwstr>
  </property>
</Properties>
</file>